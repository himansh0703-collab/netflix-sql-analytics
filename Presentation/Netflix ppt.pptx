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19:57.809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0,'586'0,"-565"0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00.150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0,'561'0,"-539"0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22.774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0,'509'0,"-487"0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27.040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29,'0'0,"1"-1,-1 0,0 0,1 1,-1-1,1 0,-1 0,1 1,-1-1,1 0,-1 1,1-1,0 1,-1-1,1 1,0-1,0 1,-1 0,1-1,0 1,0 0,0-1,-1 1,3 0,23-6,-23 6,48-6,0 3,74 4,-35 1,78-2,-143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32.138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54,'6'-4,"0"1,0-1,0 1,0 0,1 0,-1 1,1 0,13-3,-6 1,14-2,0 0,1 2,34-1,91 7,-58 0,-13-4,90 4,-153 2,-3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35.434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2,'115'-1,"131"3,-131 16,-86-13,-6 1,-5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41.938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1,'40'0,"0"2,57 11,-20-5,-53-6,46 9,-47-6,31 2,-29-5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20:20:49.139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3 0 0,'102'178'0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51.389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0,'662'0,"-641"0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0:55.412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1,'612'0,"-590"0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6T20:21:01.384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0,'712'0,"-708"0,-1 1,0-1,1 0,-1 1,0 0,0 0,0 0,1 0,-1 0,0 0,0 1,0 0,-1-1,1 1,0 0,-1 1,4 2,-5-4,0 1,0-1,0 1,-1-1,1 1,0 0,-1-1,1 1,-1 0,1-1,-1 1,0 0,0-1,0 1,0 0,0 0,0-1,0 1,-1 0,1-1,-1 1,1 0,-1-1,1 1,-1-1,0 1,0-1,0 1,0-1,0 0,0 1,0-1,0 0,-1 0,-1 2,-10 7,0-1,0 0,-1-1,0-1,0 0,-1-1,1-1,-18 5,-30 12,44-15,0-1,-1-1,1-1,-1-1,-29 2,-96-5,83-1,66-1,1 1,0-1,-1 0,10-4,2-1,6-1,0 2,0 0,1 2,38-3,99 6,-106 2,-34-1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39FE-87A0-B20C-21E8-00A1DE731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32FEA-193C-0671-EB6C-36AAFC6C0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4606F-4E6A-4227-6E44-3D8A01D8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8C3DC-3353-F24C-BECE-5D517080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7A349-8627-13D5-47AA-0FCB1E82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53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8BDD-D909-0C5D-B09F-C5874594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2054C-E1D5-0E61-5607-48A50B892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23D76-83AD-73F9-992F-F5CEB12B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FD584-E727-E8F7-6F2E-8B6DB5EB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818A7-1EE4-1541-B8FE-5E7B02EE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18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A976-343E-AA86-5068-B8A0E199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34AFB-D8A2-1CA3-05DE-5CC6CB854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EA059-B51B-E78D-DC6D-420F1D12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CFF3-3D95-19F8-6D54-452348EC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71935-128D-4C3C-A657-57A7F769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39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E7A6-2B6D-65CE-D564-D022D3E7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99B1-C777-5982-B844-41745353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7772C-F198-F55E-422A-44C956339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3E081-0E9F-E103-F949-0F15CE36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A0333-EF6D-F1DA-E4BE-1EC8FCDC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69F29-C057-3711-BCA3-CD30E156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7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9805-96CB-6FB8-7EAC-69AA92F9B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DAD2D-6C37-FC6D-E112-DF402EEF9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BDB84-47E4-9BB2-30BA-5F76BFECF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C29BE-1C1E-940D-35CA-E3DF32DE5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3C8E6-8F85-001D-5276-CE44B4AAC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4B095-4EF6-2DF0-ED7E-7185898C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782D7D-219E-AB16-F273-021002CD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C104F-A0AA-2EED-8A5A-8FAC16EC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82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9935-88B0-FB33-008B-512229BA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A2C23-EAD7-829F-0168-E6E68E2E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1E372-853C-CE0C-9DEE-098B2CD1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7CFEB-76F6-4A95-EB4D-D4D807AE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4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2011A-16FC-CF17-2072-A32FDF58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74AB2-7D73-1D10-98C3-1F74A232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3848F-3EFB-FFB9-EDBD-A4AEB305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03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0C693-6D64-BDA0-135E-956D2E6B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84178-6DE7-0778-3747-125CDC59D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80D52-7CBA-A8E8-99D7-C790CC326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6B984-64AE-A8C1-7452-7A18BFFE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9ACE7-F8E8-8136-081B-337209B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8EEE5-9D28-7E10-8D14-A220D284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70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ADB0-9334-1D58-920B-8C592E5AB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0254C-BFA8-AB67-2EA3-CB0DE3173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FC23A-89AD-A8B0-1B61-0211FBCF8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5EFB0-6325-FC93-3D73-55E79340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0C1DE-C143-A62C-4BC9-0869E4F2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1F996-4441-B2FF-5E23-737FE3F3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2B85-86F8-7F2B-0A3F-C8498E34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447CA-D7AD-8760-3480-64B66503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8CE51-0D79-8313-E154-5A484B52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2C64C-38EE-AC32-8AA1-F5A90B21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CE607-F9AC-9221-C660-1D456487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14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854FB5-6358-E236-818B-E83982140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FE459-B99D-FA31-3FC6-53E86908A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D8E04-32BB-8428-F634-82605E8F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1CE3-14A9-D9F1-4788-36806375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79949-2CA7-6850-871D-F7D5F5C1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0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E098A-D936-8749-1677-10B4F039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07957-0791-05C6-EF05-4F206925A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326FA-D1CE-566B-C16A-DE97623D8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553D2-3642-4313-8C36-0DED08FDFE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47D5-F82B-D549-6AB2-C8879433A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0189-1D01-4ACD-C367-386134374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5B3FC-53FA-47CE-8CB3-880B4AD08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99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9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2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22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ssave.com Netflix New Logo Animation 2019 1080p">
            <a:hlinkClick r:id="" action="ppaction://media"/>
            <a:extLst>
              <a:ext uri="{FF2B5EF4-FFF2-40B4-BE49-F238E27FC236}">
                <a16:creationId xmlns:a16="http://schemas.microsoft.com/office/drawing/2014/main" id="{C706F7B0-0F4D-332D-BBDD-647960A155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05156"/>
            <a:ext cx="12378944" cy="696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27D41-2988-BF8E-CF11-0D6027C8E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8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3F963-457F-7A93-7746-77BC97F5A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29EE39-322F-7839-6A69-028549D2A87A}"/>
                  </a:ext>
                </a:extLst>
              </p14:cNvPr>
              <p14:cNvContentPartPr/>
              <p14:nvPr/>
            </p14:nvContentPartPr>
            <p14:xfrm>
              <a:off x="11631168" y="6437304"/>
              <a:ext cx="21888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29EE39-322F-7839-6A69-028549D2A8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41168" y="6257304"/>
                <a:ext cx="3985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5B19D0-E8CB-FB83-D756-BED25F2D1EB8}"/>
                  </a:ext>
                </a:extLst>
              </p14:cNvPr>
              <p14:cNvContentPartPr/>
              <p14:nvPr/>
            </p14:nvContentPartPr>
            <p14:xfrm>
              <a:off x="11713248" y="6501384"/>
              <a:ext cx="21060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5B19D0-E8CB-FB83-D756-BED25F2D1E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23608" y="6321384"/>
                <a:ext cx="39024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218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E0014-7701-4839-12D2-1F9F65ADA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4A192F-01AD-F3EF-4C9E-C4A04E4D90A2}"/>
                  </a:ext>
                </a:extLst>
              </p14:cNvPr>
              <p14:cNvContentPartPr/>
              <p14:nvPr/>
            </p14:nvContentPartPr>
            <p14:xfrm>
              <a:off x="11704248" y="6483024"/>
              <a:ext cx="19152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4A192F-01AD-F3EF-4C9E-C4A04E4D90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32248" y="6339024"/>
                <a:ext cx="33516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355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3F5E54-DA7E-89C4-1DF2-880257632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61C7DF-9E76-F3B2-91F6-108CEE8BF74C}"/>
                  </a:ext>
                </a:extLst>
              </p14:cNvPr>
              <p14:cNvContentPartPr/>
              <p14:nvPr/>
            </p14:nvContentPartPr>
            <p14:xfrm>
              <a:off x="11631168" y="6499944"/>
              <a:ext cx="200520" cy="1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61C7DF-9E76-F3B2-91F6-108CEE8BF7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59168" y="6356304"/>
                <a:ext cx="344160" cy="2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662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3F366E-A44B-3E6D-A191-195C661F3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E4451F-37E7-C02F-453A-24C3DE875B62}"/>
                  </a:ext>
                </a:extLst>
              </p14:cNvPr>
              <p14:cNvContentPartPr/>
              <p14:nvPr/>
            </p14:nvContentPartPr>
            <p14:xfrm>
              <a:off x="11612808" y="6536664"/>
              <a:ext cx="279000" cy="1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E4451F-37E7-C02F-453A-24C3DE875B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40808" y="6392664"/>
                <a:ext cx="422640" cy="3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369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C659E-8DCB-4A72-54ED-836A103B7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506C04-1922-CA2F-EF8D-708016AF89D3}"/>
                  </a:ext>
                </a:extLst>
              </p14:cNvPr>
              <p14:cNvContentPartPr/>
              <p14:nvPr/>
            </p14:nvContentPartPr>
            <p14:xfrm>
              <a:off x="11667528" y="6509664"/>
              <a:ext cx="196920" cy="14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506C04-1922-CA2F-EF8D-708016AF89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95888" y="6366024"/>
                <a:ext cx="340560" cy="30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947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1CD914-B318-C422-A880-2DC122946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4FB51-4B1F-BE61-68AE-6658A8928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C4CE59-5900-10E2-43FA-6390FA05D7A6}"/>
                  </a:ext>
                </a:extLst>
              </p14:cNvPr>
              <p14:cNvContentPartPr/>
              <p14:nvPr/>
            </p14:nvContentPartPr>
            <p14:xfrm>
              <a:off x="11841408" y="6674904"/>
              <a:ext cx="162000" cy="18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C4CE59-5900-10E2-43FA-6390FA05D7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69408" y="6531264"/>
                <a:ext cx="305640" cy="3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827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8E255F-A682-25AE-BB2E-DA3522BCD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79FA4E-99AF-02B4-8464-D8E17B9F93FD}"/>
                  </a:ext>
                </a:extLst>
              </p14:cNvPr>
              <p14:cNvContentPartPr/>
              <p14:nvPr/>
            </p14:nvContentPartPr>
            <p14:xfrm>
              <a:off x="11676528" y="6446304"/>
              <a:ext cx="37080" cy="64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79FA4E-99AF-02B4-8464-D8E17B9F93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04528" y="6302304"/>
                <a:ext cx="1807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20830D-E8CB-E4BA-3627-39B24B97BD2A}"/>
                  </a:ext>
                </a:extLst>
              </p14:cNvPr>
              <p14:cNvContentPartPr/>
              <p14:nvPr/>
            </p14:nvContentPartPr>
            <p14:xfrm>
              <a:off x="11612808" y="6501384"/>
              <a:ext cx="24624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20830D-E8CB-E4BA-3627-39B24B97BD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40808" y="6357384"/>
                <a:ext cx="38988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688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2DEFB2-3949-6394-885A-AC4E6D359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3A3FFB-5E44-2231-4D5A-627001BB8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3688" y="1578864"/>
            <a:ext cx="2633472" cy="26639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619C04-95F1-0F84-E8C6-686EE841C875}"/>
                  </a:ext>
                </a:extLst>
              </p14:cNvPr>
              <p14:cNvContentPartPr/>
              <p14:nvPr/>
            </p14:nvContentPartPr>
            <p14:xfrm>
              <a:off x="11685888" y="6565104"/>
              <a:ext cx="22824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619C04-95F1-0F84-E8C6-686EE841C8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13888" y="6421464"/>
                <a:ext cx="3718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0C7691-BF7D-FF10-EBF4-CCEA0B00DE6B}"/>
                  </a:ext>
                </a:extLst>
              </p14:cNvPr>
              <p14:cNvContentPartPr/>
              <p14:nvPr/>
            </p14:nvContentPartPr>
            <p14:xfrm>
              <a:off x="11667528" y="6556104"/>
              <a:ext cx="280800" cy="7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0C7691-BF7D-FF10-EBF4-CCEA0B00DE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95888" y="6412104"/>
                <a:ext cx="424440" cy="3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779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B5BD1-BE9D-10D5-26D7-6017AF162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Netflix New Logo Animation 2019">
            <a:hlinkClick r:id="" action="ppaction://media"/>
            <a:extLst>
              <a:ext uri="{FF2B5EF4-FFF2-40B4-BE49-F238E27FC236}">
                <a16:creationId xmlns:a16="http://schemas.microsoft.com/office/drawing/2014/main" id="{76D8BC97-BB20-DE29-F03C-852E7793C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53520" y="593242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2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0</Words>
  <Application>Microsoft Office PowerPoint</Application>
  <PresentationFormat>Widescreen</PresentationFormat>
  <Paragraphs>0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More</dc:creator>
  <cp:lastModifiedBy>Nikhil More</cp:lastModifiedBy>
  <cp:revision>5</cp:revision>
  <dcterms:created xsi:type="dcterms:W3CDTF">2026-07-16T19:32:22Z</dcterms:created>
  <dcterms:modified xsi:type="dcterms:W3CDTF">2026-07-25T05:38:20Z</dcterms:modified>
</cp:coreProperties>
</file>